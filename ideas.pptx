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5F71-B21A-FEA2-540B-1BC086968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1A596-6ED1-303D-02C3-5EEA6BE8D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EE76A-4394-747C-763F-1E1780D7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FA8A-F61A-01B2-5C99-25FEA702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2D1B5-81A1-0249-9893-04A7B934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402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DBF-CE4F-0220-DB01-FBFAA708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F46C6-8FB5-400E-2469-05C8FC35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BA02-5076-CD47-13D4-5EF0F2C0F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71D56-58B8-13E5-7E7A-8F3588EB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596AA-CDF0-B46E-B95B-E42A46D9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3588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19AE-1B52-EB83-9144-1D93E350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989DB-7A65-7D10-DD9B-BA432AC5D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7568D-3DFE-C85D-6B7E-1A6A4942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9A974-AF18-D10E-909E-81184A83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3FCB2-C1DE-902F-A3BB-C44C9DE4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788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8F9D-53E0-E333-68F6-8CA727B0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F7A03-E971-6E93-6BA4-2AED76971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27EA0-7877-C047-A25E-681D37C29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4D3CA-5FCE-B659-17D7-B83A17B3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EDEC5-F43A-813A-C309-B47FBB218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2479E-6D50-55A6-9D99-A88610C8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238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C4AF-D81C-AB07-09BF-76431A7D0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22F4E-86AC-ABD3-A8F4-455B4593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5602E-514D-622E-63DC-FEE3EB4B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BD5D9-87B2-01BB-62B2-DD0A23875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A98E03-B1BC-6A1A-6F71-0F63491CA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FD170-AB4A-6B45-1F16-A1AAB9F0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C15C6-3A80-ABD0-C4C6-D5801D19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63E9A-C57C-7DD6-38E7-CC0914AA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600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6959-ADA4-A9EE-577F-A41266E9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B4F08-94F3-B546-746A-F2B9E3FE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B8562-77F1-2088-9729-7EA24525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E9C4D-025D-CE08-EED3-099A5129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772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71590-7BA0-3CB5-D2C7-92FA51C5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8772-3286-251B-5EFB-1D3ECD4E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D90A7-2934-C4DE-11CF-18B247A6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680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E64F-B53C-3213-95CA-F014D21A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B732-D041-57A7-AFCA-AA05B2CA2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1AD0E-24EF-EC89-01B3-9ED76DE94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AF0E2-CBA5-7EB9-46C1-AF43055B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2637F-EC0E-5A8C-63E6-81B5B7198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27471-D8A6-7FC2-32DA-C905C387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816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EB6B-94C7-1326-C725-FA71FE66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76641-500B-544D-39C8-CDBAF6CC8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762D7-1848-4BF3-E94E-3236689F0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E2792-A137-3E46-F659-A6C746A9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285E2-AFFD-7949-DEE7-8C3C5755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E135F-055F-94F2-1A96-BAD2C67B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787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FB35-140E-5087-8F0A-1E2E9B8A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EE0DF-19C0-4E19-B98D-EC0F09E2E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B0CE9-E878-9AFE-35D6-C4F45632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B881C-B6C0-3DB9-8D25-F468C860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259A-1CE4-E4BC-462D-F9E60E4C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082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9AA1B-573F-53B3-D3C0-7A7652CD7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33E0E-5E89-E157-DD54-EACC6F51A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4209D-CF51-E042-46D1-45225784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20FDD-E5F3-6358-18C4-59EB7B46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E1BDC-658A-7DC8-0E4B-1D61F68F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7304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81075-DC76-EC6F-7FB3-BB5CD1A5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61B5-91E8-12BB-63C2-34AD6B2D3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DE74F-61DD-D3D8-C26D-8637AACC3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0CE9A-5EF4-4AF0-9999-57E002C20E5E}" type="datetimeFigureOut">
              <a:rPr lang="en-SG" smtClean="0"/>
              <a:t>29/12/2025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739FB-3545-332E-9A61-1358C7E46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8124E-5D5B-6B3F-DD1B-3D2C7B345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C403F-5D6B-44AC-BE7D-93D3E1E98C8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952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9B87CC-2C2F-CBAA-B0B4-8F9BC59D1C8A}"/>
              </a:ext>
            </a:extLst>
          </p:cNvPr>
          <p:cNvSpPr/>
          <p:nvPr/>
        </p:nvSpPr>
        <p:spPr>
          <a:xfrm>
            <a:off x="1426464" y="700390"/>
            <a:ext cx="3827834" cy="5009745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FD1FC3-D815-4336-AE41-371849F9304E}"/>
              </a:ext>
            </a:extLst>
          </p:cNvPr>
          <p:cNvCxnSpPr/>
          <p:nvPr/>
        </p:nvCxnSpPr>
        <p:spPr>
          <a:xfrm>
            <a:off x="1426464" y="1161715"/>
            <a:ext cx="38313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13BE620-8A51-B0CE-1827-E4661447FD66}"/>
              </a:ext>
            </a:extLst>
          </p:cNvPr>
          <p:cNvSpPr txBox="1"/>
          <p:nvPr/>
        </p:nvSpPr>
        <p:spPr>
          <a:xfrm>
            <a:off x="1594003" y="801817"/>
            <a:ext cx="1563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Now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F47EFC-8B57-C702-3427-C379924A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05" y="732569"/>
            <a:ext cx="381053" cy="4001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0D3953-E6FE-3434-D349-E16E56B402D1}"/>
              </a:ext>
            </a:extLst>
          </p:cNvPr>
          <p:cNvSpPr/>
          <p:nvPr/>
        </p:nvSpPr>
        <p:spPr>
          <a:xfrm>
            <a:off x="1594003" y="1751152"/>
            <a:ext cx="3492755" cy="34609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B54F6-74BA-BE47-A07D-785E258E5C1D}"/>
              </a:ext>
            </a:extLst>
          </p:cNvPr>
          <p:cNvSpPr txBox="1"/>
          <p:nvPr/>
        </p:nvSpPr>
        <p:spPr>
          <a:xfrm>
            <a:off x="1590501" y="1800795"/>
            <a:ext cx="1325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Schedules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D9A1A-5D54-15A3-BC81-6AB2897665DF}"/>
              </a:ext>
            </a:extLst>
          </p:cNvPr>
          <p:cNvSpPr/>
          <p:nvPr/>
        </p:nvSpPr>
        <p:spPr>
          <a:xfrm>
            <a:off x="1676299" y="2062405"/>
            <a:ext cx="3319272" cy="9231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898C6-505F-4685-00B9-EDAD24ED229F}"/>
              </a:ext>
            </a:extLst>
          </p:cNvPr>
          <p:cNvSpPr txBox="1"/>
          <p:nvPr/>
        </p:nvSpPr>
        <p:spPr>
          <a:xfrm>
            <a:off x="1672797" y="2529688"/>
            <a:ext cx="2807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Tues, 29 Dec – 0800 – 1700</a:t>
            </a:r>
            <a:b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Repeats every weekday; until 31/12/2026</a:t>
            </a:r>
            <a:endParaRPr lang="en-SG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4C2EAE-B348-5321-22F9-472E2A363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27" y="2107719"/>
            <a:ext cx="304800" cy="304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7EFD7E-C219-FAC5-EDE9-9EBE084A78DB}"/>
              </a:ext>
            </a:extLst>
          </p:cNvPr>
          <p:cNvSpPr txBox="1"/>
          <p:nvPr/>
        </p:nvSpPr>
        <p:spPr>
          <a:xfrm>
            <a:off x="1676299" y="2343129"/>
            <a:ext cx="1489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Youtube.com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5EA15C-88FA-71CE-BB79-33268285BFD9}"/>
              </a:ext>
            </a:extLst>
          </p:cNvPr>
          <p:cNvSpPr txBox="1"/>
          <p:nvPr/>
        </p:nvSpPr>
        <p:spPr>
          <a:xfrm>
            <a:off x="5669280" y="1453896"/>
            <a:ext cx="30449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currently active schedules:</a:t>
            </a: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The unlock icon will trigger a modal.</a:t>
            </a: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The modal will require a reason + give motivation speech </a:t>
            </a: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upcoming or inactive schedules:</a:t>
            </a: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Clicking on it lets you edit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To delete, X icon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66B4B5-4F33-24D8-B5BD-FAB443264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804" y="2082262"/>
            <a:ext cx="362001" cy="44773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B45B51-FFC8-8F55-3B36-BAB0569F15E7}"/>
              </a:ext>
            </a:extLst>
          </p:cNvPr>
          <p:cNvCxnSpPr/>
          <p:nvPr/>
        </p:nvCxnSpPr>
        <p:spPr>
          <a:xfrm>
            <a:off x="1426464" y="1563624"/>
            <a:ext cx="38278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4880F9-DA0B-716B-DDC0-00D33B13595B}"/>
              </a:ext>
            </a:extLst>
          </p:cNvPr>
          <p:cNvCxnSpPr>
            <a:cxnSpLocks/>
          </p:cNvCxnSpPr>
          <p:nvPr/>
        </p:nvCxnSpPr>
        <p:spPr>
          <a:xfrm>
            <a:off x="2386584" y="1216152"/>
            <a:ext cx="0" cy="2926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575EE46-0C3C-F6B4-20EF-1D8DA47F2F10}"/>
              </a:ext>
            </a:extLst>
          </p:cNvPr>
          <p:cNvSpPr txBox="1"/>
          <p:nvPr/>
        </p:nvSpPr>
        <p:spPr>
          <a:xfrm>
            <a:off x="1429968" y="1228862"/>
            <a:ext cx="956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84DEB-45A8-D709-2102-8AFFA8DF0ADE}"/>
              </a:ext>
            </a:extLst>
          </p:cNvPr>
          <p:cNvSpPr txBox="1"/>
          <p:nvPr/>
        </p:nvSpPr>
        <p:spPr>
          <a:xfrm>
            <a:off x="2395728" y="1216152"/>
            <a:ext cx="1014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Upcoming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0B6E30-32E4-3EE9-FA9A-DD85F0117705}"/>
              </a:ext>
            </a:extLst>
          </p:cNvPr>
          <p:cNvSpPr txBox="1"/>
          <p:nvPr/>
        </p:nvSpPr>
        <p:spPr>
          <a:xfrm>
            <a:off x="1590501" y="5316685"/>
            <a:ext cx="1484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footer text</a:t>
            </a:r>
            <a:endParaRPr lang="en-SG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9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Chua</dc:creator>
  <cp:lastModifiedBy>Daniel Chua</cp:lastModifiedBy>
  <cp:revision>1</cp:revision>
  <dcterms:created xsi:type="dcterms:W3CDTF">2025-12-29T15:42:25Z</dcterms:created>
  <dcterms:modified xsi:type="dcterms:W3CDTF">2025-12-29T16:18:12Z</dcterms:modified>
</cp:coreProperties>
</file>